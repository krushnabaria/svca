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22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dmin.mysvca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mySVCA.com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Website User Guide Manuals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123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0436" y="420078"/>
            <a:ext cx="118953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HOW TO LOGIN</a:t>
            </a:r>
            <a:endParaRPr lang="en-US" sz="54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4156" y="2114550"/>
            <a:ext cx="6204857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hlinkClick r:id="rId2"/>
              </a:rPr>
              <a:t>https://admin.mysvca.com/</a:t>
            </a:r>
            <a:endParaRPr lang="en-US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gu-IN" dirty="0" smtClean="0"/>
              <a:t>ઉપર આપેલી link કોઈ પણ browser માં open કરો.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gu-IN" dirty="0" smtClean="0"/>
              <a:t>ત્યાર બાદ બાજમાં આપેલા ફોટો મુજબ page open થશે.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gu-IN" dirty="0" smtClean="0"/>
              <a:t>તેમાં સંસ્થા એ આપેલા email અને password લખવાનો રહેશે.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gu-IN" dirty="0" smtClean="0"/>
              <a:t>1 નંબર માં તમારો email દાખલ કરો.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gu-IN" dirty="0" smtClean="0"/>
              <a:t>2 નંબર માં તમારો password દાખલ કરો.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809014" y="2457451"/>
            <a:ext cx="4914900" cy="3918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967" y="2114550"/>
            <a:ext cx="4075947" cy="4433207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10017581" y="3796393"/>
            <a:ext cx="375555" cy="3592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93136" y="3477985"/>
            <a:ext cx="277585" cy="293915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03328" y="344027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u-IN" dirty="0" smtClean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10017580" y="4498523"/>
            <a:ext cx="375555" cy="3592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384971" y="4343397"/>
            <a:ext cx="277586" cy="261258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76808" y="4281196"/>
            <a:ext cx="293917" cy="37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u-IN" dirty="0" smtClean="0">
                <a:solidFill>
                  <a:schemeClr val="accent6"/>
                </a:solidFill>
              </a:rPr>
              <a:t>2</a:t>
            </a: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75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0435" y="158821"/>
            <a:ext cx="118953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Dashboard</a:t>
            </a:r>
            <a:endParaRPr lang="en-US" sz="54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59" y="1229108"/>
            <a:ext cx="10352315" cy="5349891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6327321" y="1600199"/>
            <a:ext cx="228600" cy="3102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6335485" y="2490110"/>
            <a:ext cx="367393" cy="209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4977493" y="2480587"/>
            <a:ext cx="367393" cy="209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8395607" y="2498274"/>
            <a:ext cx="367393" cy="209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3627665" y="2498274"/>
            <a:ext cx="367393" cy="209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10455729" y="2480587"/>
            <a:ext cx="367393" cy="209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3826328" y="3597728"/>
            <a:ext cx="263979" cy="3063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10534655" y="4093027"/>
            <a:ext cx="263979" cy="3063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0238014" y="5739493"/>
            <a:ext cx="449042" cy="2449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3540574" y="5573487"/>
            <a:ext cx="400052" cy="2149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560002" y="1314449"/>
            <a:ext cx="342900" cy="285750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/>
          <p:cNvSpPr txBox="1"/>
          <p:nvPr/>
        </p:nvSpPr>
        <p:spPr>
          <a:xfrm>
            <a:off x="6547757" y="128432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004584" y="2246541"/>
            <a:ext cx="323849" cy="251733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3978046" y="218297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2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357136" y="2219329"/>
            <a:ext cx="323849" cy="251733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/>
          <p:cNvSpPr/>
          <p:nvPr/>
        </p:nvSpPr>
        <p:spPr>
          <a:xfrm>
            <a:off x="6709686" y="2232938"/>
            <a:ext cx="323849" cy="251733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/>
          <p:cNvSpPr/>
          <p:nvPr/>
        </p:nvSpPr>
        <p:spPr>
          <a:xfrm>
            <a:off x="8772534" y="2230217"/>
            <a:ext cx="323849" cy="251733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/>
          <p:cNvSpPr/>
          <p:nvPr/>
        </p:nvSpPr>
        <p:spPr>
          <a:xfrm>
            <a:off x="10843543" y="2211169"/>
            <a:ext cx="323849" cy="251733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/>
          <p:cNvSpPr/>
          <p:nvPr/>
        </p:nvSpPr>
        <p:spPr>
          <a:xfrm>
            <a:off x="10808165" y="4396480"/>
            <a:ext cx="323849" cy="251733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/>
          <p:cNvSpPr/>
          <p:nvPr/>
        </p:nvSpPr>
        <p:spPr>
          <a:xfrm>
            <a:off x="4110720" y="3920231"/>
            <a:ext cx="323849" cy="251733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/>
          <p:cNvSpPr/>
          <p:nvPr/>
        </p:nvSpPr>
        <p:spPr>
          <a:xfrm>
            <a:off x="3961042" y="5795295"/>
            <a:ext cx="323849" cy="251733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/>
          <p:cNvSpPr/>
          <p:nvPr/>
        </p:nvSpPr>
        <p:spPr>
          <a:xfrm>
            <a:off x="9893763" y="5506825"/>
            <a:ext cx="323849" cy="251733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/>
          <p:cNvSpPr txBox="1"/>
          <p:nvPr/>
        </p:nvSpPr>
        <p:spPr>
          <a:xfrm>
            <a:off x="5330596" y="2155768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3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91310" y="2169380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4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45989" y="216666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5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816994" y="215578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6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789781" y="434109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8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084169" y="385668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7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934492" y="5739917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9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34555" y="5451450"/>
            <a:ext cx="46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10</a:t>
            </a: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410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0435" y="158821"/>
            <a:ext cx="118953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Dashboard</a:t>
            </a:r>
            <a:endParaRPr lang="en-US" sz="54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2370" y="1082151"/>
            <a:ext cx="103114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gu-IN" dirty="0" smtClean="0"/>
              <a:t>Login કર્યા બાદ ઉપર </a:t>
            </a:r>
            <a:r>
              <a:rPr lang="gu-IN" dirty="0"/>
              <a:t>દર્શાવ્યા </a:t>
            </a:r>
            <a:r>
              <a:rPr lang="gu-IN" dirty="0" smtClean="0"/>
              <a:t>પ્રમાણે Screen દેખાશે.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gu-IN" dirty="0" smtClean="0"/>
              <a:t>જેમાં નીચે નંબર મુજબ data દર્શાવવા માં આવ્યા છે.</a:t>
            </a:r>
          </a:p>
          <a:p>
            <a:pPr marL="800100" lvl="1" indent="-342900">
              <a:lnSpc>
                <a:spcPct val="250000"/>
              </a:lnSpc>
              <a:buFont typeface="+mj-lt"/>
              <a:buAutoNum type="arabicPeriod"/>
            </a:pP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012370" y="2326822"/>
            <a:ext cx="1000125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gu-IN" dirty="0" smtClean="0"/>
              <a:t>મહિનો select કરવા માટે.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gu-IN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24128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157</TotalTime>
  <Words>96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Century Gothic</vt:lpstr>
      <vt:lpstr>Shruti</vt:lpstr>
      <vt:lpstr>Wingdings 3</vt:lpstr>
      <vt:lpstr>Slice</vt:lpstr>
      <vt:lpstr>mySVCA.com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mySVCA.com</dc:title>
  <dc:creator>Microsoft account</dc:creator>
  <cp:lastModifiedBy>Microsoft account</cp:lastModifiedBy>
  <cp:revision>10</cp:revision>
  <dcterms:created xsi:type="dcterms:W3CDTF">2026-04-03T13:37:01Z</dcterms:created>
  <dcterms:modified xsi:type="dcterms:W3CDTF">2026-04-03T16:14:44Z</dcterms:modified>
</cp:coreProperties>
</file>